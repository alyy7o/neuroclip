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problem: long videos are everywhere but finding one moment is painful. Introduce NeuroClip as your FYP solution. Transition: outline what you will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in 20 seconds. Tell examiners you will show architecture, methodology, and a live-oriented demo path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three failure modes from your paper: semantic gap, fragmentation, redundancy. Q: Why not YouTube chapters? A: They are manual and not query-driven.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One-liner: Upload once, ask in plain English, get the right clip. Transition to formal objectives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each objective to a module you built. Examiners like traceability from objective to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boundaries — shows maturity. Mention educational video focus for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actors: user, React frontend, FastAPI, AssemblyAI, EasyOCR, pgvector, FFmpeg. This is your Figure 1 equivalent from the research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fast. Highlight why Supabase: auth + vectors + storage in one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 with SDLC chapter. Point to diagrams in your report (Ch.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left-to-right: Upload → ASR+OCR → Embed → Store → Search → Clips. Matches your standee pipeline badges.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key differentiator vs transcript-only tools. Give a concrete lecture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windows beat single sentences: context for the viewer. Mention graceful fallback if re-ranker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reproducibility: same job_id, same embeddings, faster repeat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tip: show before/after on a short segment. Q: Real-time? A: Post-processing on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with sharing use case: student sends clip over slow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Primary actor: End User. Walk through upload → search → play → optional blur/compress.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caching matters for FYP demo: second query on same video is instant.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honest: cite your eval pack in docs/evaluation. Do not invent precise P@5 numbers if not in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comparison table from your paper verbally if asked for related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Shows critical thinking. Examiners respect known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contributions as numbered list — mirrors paper 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live demo fails, have a pre-processed job_id ready. This slide is your backup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questions. Suggest demo if time permits. Have architecture diagram ready in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0B981"/>
                </a:solidFill>
              </a:defRPr>
            </a:pPr>
            <a:r>
              <a:t>NeuroClip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Context-Aware Multimodal Video Processing</a:t>
            </a:r>
            <a:br/>
            <a:r>
              <a:t>for Semantic Clip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4748B"/>
                </a:solidFill>
              </a:defRPr>
            </a:pPr>
            <a:r>
              <a:t>AI-powered semantic clip retrieval, privacy blurring, and smart compression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Ali Javed  •  Asad Sardar</a:t>
            </a:r>
          </a:p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Supervisor: Subhan Arif</a:t>
            </a:r>
          </a:p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Department of Computer Science</a:t>
            </a:r>
          </a:p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National University of Modern Languages — Faisalabad</a:t>
            </a:r>
          </a:p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Final Year Project  • 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NeuroClip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2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Problem &amp; motivation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Objectives and scope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System architecture &amp; technology stack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Processing pipeline (ASR + OCR + embeddings)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Semantic retrieval &amp; clip generation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Privacy blurring &amp; compression modules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Evaluation, comparison &amp; future work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Demo flow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NeuroClip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3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Long-form lectures and meetings are hard to navigate manually.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Keyword search misses intent — synonyms and paraphrases fail.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Hits are fragmented snippets without surrounding context.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Many pipelines re-transcribe and re-embed on every new query.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Result: wasted time scrubbing timelines instead of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NeuroClip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4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NeuroClip: a full-stack web platform that turns video into a queryable knowledge base.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Natural-language queries return coherent, playable clips — not raw timestamps.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Multimodal fusion: speech (ASR) + on-screen text (OCR) in one index.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Persistent job-level caching: embeddings computed once, searched many times.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NeuroClip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5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Fuse ASR transcripts and frame OCR into searchable sentence-level units.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Implement intent-aware retrieval with vector search, re-ranking, and FFmpeg clips.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Provide query-driven privacy redaction (faces, IDs, license plates).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Support codec-aware compression for lightweight sharing.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Evaluate retrieval with grounded queries (Precision@K, nDCG@K, latency).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Deploy a secure PWA with auth, history, and reusable job_id caching.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NeuroClip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6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Scope &amp; Target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In scope: upload/URL ingestion, transcription, embeddings, semantic search, clips.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In scope: blurring, compression, Supabase auth, processing history.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Users: students, educators, corporate teams reviewing lectures and meetings.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Environment: web browser (PWA); backend on FastAPI; cloud-ready storage.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Out of scope (future): full visual-only search without text channel.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NeuroClip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7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System Architecture</a:t>
            </a:r>
          </a:p>
        </p:txBody>
      </p:sp>
      <p:pic>
        <p:nvPicPr>
          <p:cNvPr id="5" name="Picture 4" descr="4.6_system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1064240" cy="133528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748B"/>
                </a:solidFill>
              </a:defRPr>
            </a:pPr>
            <a:r>
              <a:t>Figure: End-to-end system sequence (User → Frontend → Backend → Supabase → Clips)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NeuroClip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8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Frontend: React 18, TypeScript, Vite, Tailwind CSS, shadcn/ui, TanStack Query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Backend: FastAPI (Python 3.11+), PyTorch, sentence-transformers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AI services: AssemblyAI (ASR), EasyOCR (visual text), YOLOv8 (detection)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Media: FFmpeg (clip/blur/compress), yt-dlp (URL download)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Data: Supabase — PostgreSQL, pgvector, Auth, Storage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Deployment: Progressive Web App; Docker compose available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NeuroClip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9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Methodology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1. Requirements analysis — use cases, functional/non-functional needs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2. System design — DFDs, sequence diagrams, component &amp; deployment models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3. Implementation — modular FastAPI pipeline + React PWA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4. Testing — 50 structured queries; compression profile sweeps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5. Deployment — Supabase-backed production configuration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NeuroClip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10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Data 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Upload video or URL → assign UUID job_id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AssemblyAI: audio → SRT → sentence units (text, start, end)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EasyOCR: sample frames every ~3s → merge text into nearest sentences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Embed each enriched sentence with all-MiniLM-L6-v2 (384 dimensions)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Persist to Supabase pgvector + local JSON artifacts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User query → retrieve windows → merge → FFmpeg playable clips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NeuroClip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11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Multimodal Fusion (ASR + OCR)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ASR captures spoken explanations and dialogue.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OCR captures slides, code on screen, whiteboard equations, captions.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OCR snippets merged by timestamp into nearest transcript sentence.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Unmatched OCR becomes synthetic visual sentences for indexing.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Enables queries like “slide about hash collision” without exact spoken words.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NeuroClip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12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Semantic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Query encoded in same 384-dim space as sentence embeddings.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Cosine similarity via pgvector (fallback when LLM route unavailable).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Windowed retrieval: groups of W consecutive sentences (default W=5, stride=2).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Optional cross-encoder re-ranking (ms-marco-MiniLM-L-6-v2) on top candidates.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Neighbor merging joins adjacent high-score windows into one coherent clip.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NeuroClip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13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Clip Extraction &amp; Playback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Merged time ranges sent to FFmpeg with configurable padding (±1.5s default).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Stream-copy when possible; re-encode when blur/compress applied.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Clips stored in Supabase Storage; URLs returned to React player.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History keyed by job_id — revisit past searches without reprocessing.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Configurable min/max clip duration (e.g. 10s–120s).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NeuroClip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14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Privacy Blurring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Natural-language instruction: e.g. “blur faces between 2:30 and 4:00”.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YOLOv8 detects faces, ID cards, license plates in sampled frames.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Gaussian blur applied per bounding box; tracking reduces flicker.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FFmpeg re-encodes redacted segment for download/sharing.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Supports compliance-friendly clip sharing from sensitive recordings.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NeuroClip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15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Video Compression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POST /compress-video — distribution-ready outputs.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Codec: H.265/HEVC — GPU hevc_nvenc or CPU libx265 fallback.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Default cap 720p; CRF controls quality vs size trade-off.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Response includes original size, compressed size, reduction %, time.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Typical 60–78% size reduction on educational profiles (per evaluation).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NeuroClip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16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Use Case Model</a:t>
            </a:r>
          </a:p>
        </p:txBody>
      </p:sp>
      <p:pic>
        <p:nvPicPr>
          <p:cNvPr id="5" name="Picture 4" descr="4.2_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1064240" cy="74480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748B"/>
                </a:solidFill>
              </a:defRPr>
            </a:pPr>
            <a:r>
              <a:t>Figure: Primary use cases — upload, search, history, blur, compress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NeuroClip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17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Database &amp; Caching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Supabase Auth: email/password, row-level security.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Tables: videos, embeddings, sentence embeddings, processing history.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pgvector: server-side nearest-neighbor search (match_video_embeddings RPC).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job_id links file, transcript, vectors, and search history.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Cached queries: sub-second latency when embeddings already exist.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NeuroClip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18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Evaluation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Benchmark: 50 structured queries — math, CS, AI, cybersecurity domains.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Metrics: Precision@K, Recall@K, nDCG@K, temporal IoU, boundary error.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Also measure end-to-end query latency and compression ratio / SSIM where available.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Qualitative: semantically relevant clips with coherent context windows.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Full pipeline completes in minutes on consumer hardware; cached search sub-second.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NeuroClip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19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Comparison with Existing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CapCut / editors: manual; no semantic search or auto privacy pipeline.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Summarify / Notta: transcription-focused; limited custom upload + retrieval.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Keyword transcript search: misses paraphrase and on-screen slide content.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NeuroClip: unified ASR+OCR fusion, vector search, clips, blur, compress, cache.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NeuroClip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20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ASR/OCR quality degrades with noise, handwriting, or fast scene changes.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Cross-encoder improves precision but adds latency vs embedding-only path.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GPU optional — compression may be slower on CPU-only machines.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Future: CLIP/OpenCLIP frame embeddings for visual search.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Future: richer speaker diarization and multi-language support.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NeuroClip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21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Key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Multimodal fusion of ASR + OCR into enriched sentence units.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Dense vector semantic search with windowed, mergeable clip output.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Two-stage retrieval: fast bi-encoder + optional cross-encoder re-ranking.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Job-keyed persistent caching eliminating redundant reprocessing.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Integrated privacy blurring and H.265 compression in one platform.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Deployable PWA with Supabase auth and searchable history.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NeuroClip</a:t>
            </a:r>
          </a:p>
          <a:p>
            <a:pPr algn="r">
              <a:defRPr sz="1200">
                <a:solidFill>
                  <a:srgbClr val="64748B"/>
                </a:solidFill>
              </a:defRPr>
            </a:pPr>
            <a:r>
              <a:t>22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Live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1. Login (Supabase Auth)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2. Upload lecture video or paste YouTube URL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3. Wait for processing (transcript + embeddings)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4. Query: e.g. “explain backpropagation” or “hash collision slide”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5. Play returned clip; open history by job_id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6. Optional: blur faces segment → compress for sharing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2560320"/>
            <a:ext cx="4846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Thank You</a:t>
            </a:r>
          </a:p>
          <a:p>
            <a:pPr algn="ctr">
              <a:spcBef>
                <a:spcPts val="1600"/>
              </a:spcBef>
              <a:defRPr sz="2800">
                <a:solidFill>
                  <a:srgbClr val="FFFFFF"/>
                </a:solidFill>
              </a:defRPr>
            </a:pPr>
            <a:r>
              <a:t>Questions?</a:t>
            </a:r>
          </a:p>
          <a:p>
            <a:pPr algn="ctr">
              <a:spcBef>
                <a:spcPts val="2400"/>
              </a:spcBef>
              <a:defRPr sz="1600">
                <a:solidFill>
                  <a:srgbClr val="64748B"/>
                </a:solidFill>
              </a:defRPr>
            </a:pPr>
            <a:r>
              <a:t>Ali Javed  •  Asad Sardar  |  Supervisor: Subhan Arif</a:t>
            </a:r>
            <a:br/>
            <a:r>
              <a:t>NUML Faisalabad — Computer 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